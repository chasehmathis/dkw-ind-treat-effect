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9"/>
  </p:normalViewPr>
  <p:slideViewPr>
    <p:cSldViewPr snapToGrid="0">
      <p:cViewPr varScale="1">
        <p:scale>
          <a:sx n="88" d="100"/>
          <a:sy n="88" d="100"/>
        </p:scale>
        <p:origin x="17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5B3B-488A-6C39-D926-81ADCE0B4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61C78-0FE9-9107-EEDD-A961C4C06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EC1D-3180-AEAB-E718-28D579F0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6690C-2045-4AB8-E7A8-7C0FFBEC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7471C-B29B-444D-62C5-49FAB7D8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0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F8CA-923F-9A69-5F1F-7DA467DB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7DDE-B92D-AC9C-2A2E-5FB5C33D8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DF24-CDF3-CEAA-7DD9-EDAAD261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6C2F-3823-9627-B6BD-F864C739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102E-DB0A-4B92-ADF0-3DF68865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6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045F-4B6E-DD03-20D7-D0CC1389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76A37-C025-CB50-F691-E5DB882ED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28F36-6B76-A58E-16CE-C26EA815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32CD2-B850-2101-777A-BD2CAFA5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C876C-42C7-9935-242E-CA9F279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2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ED23-82B4-AB6E-F9A6-25FC71A8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95E7E-1A42-604B-AE23-A1C83494C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157AE-0079-1246-FC48-649CF8B14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1944-1377-7764-222E-DAEDE069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5D579-A1F2-B6EA-4EA4-16F3F12D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24002-E0E0-62A0-89BE-6A2AA025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8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9F41-DBF4-57FF-DBBC-6D245402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9C00B-0325-0D5E-945F-223306C72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D89CE-1D29-8F0D-505C-CD7A3B691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5D7BC-3325-70F8-3F20-39E5E8F6C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FB660-9F4E-6856-486F-AD007B8F6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6999C-BC34-02B6-0C17-F61047CB9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9ADDC-A915-41E0-1972-3E1D56EA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49A4C-442B-8715-1B4D-ACE24B42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3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CB2E-F28B-38EC-B1E3-1944702F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62079-931C-7C16-512F-B2FBA016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C7719-AC81-ACE5-B5F9-E4B1CBED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750F7-C4A9-C1BA-1ED5-8C5D2751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1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918CF-1CC2-44E3-0C40-383762FE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B85F1-3706-6957-B3C5-859B0C0F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70DCB-23D6-DF0B-4D66-8B27A66C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956A-B6F2-1E00-707A-EFEBD059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9352-B4C8-B0F3-3066-85D2D19C7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4EFA1-14DE-2F08-3593-1CEAA2C05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26998-CAB9-A7C5-6A69-538BC504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F35B7-CC2E-661D-34F8-61DDD973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656E-0F26-72DC-920B-8463C0DF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2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0631-D8E6-C538-470B-16ABCFF0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A4277-54D0-2C4E-8888-DEEA38C3D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CD15B-F2A0-6DAD-93ED-8F60E4FF8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CD568-03CC-C8FF-77B2-B13C92D1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6EA9F-EA02-B600-5D7C-EC03DDBF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701F4-645A-06E8-5DFA-AA9720E3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1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FB8F-38B9-5579-4EBA-D7D487B1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F68F3-14FD-2DB0-C41B-43A1FA23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AAA93-F34B-2B47-12FB-B8C79F85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767C-E15F-B01D-E090-35E9E53F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BEAE2-8F92-486B-DC87-CBD52E52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8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D9420-D5C4-4BCC-7B30-FB5587995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AD144-286C-8E73-A0D6-96EE570CC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6FA08-5DE9-1F52-BA42-3A56A213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9B22C-3283-6256-E828-FF242745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1EC2E-05AD-FC16-9270-67162918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5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ED78F-330F-CE5E-3A51-50155BCB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5A403-3519-94C9-6B40-287E9DEC7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F22C-D781-D429-C9F5-1CB1F2961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689E5-3379-C745-B1EE-BFD2D27C1BC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C01D2-2505-8E55-7368-AADF8912B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08F0-F601-B243-E115-B1A62483F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21C99-F081-FD4B-9146-F8976D51E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4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C3061-6DA7-B0CB-3366-93C85D383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 Sample Inference of Individual Treatment Effects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EBCDC-CCE0-CCB9-52D6-DFE6E2EDCA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Chase Mathis</a:t>
            </a:r>
          </a:p>
        </p:txBody>
      </p:sp>
    </p:spTree>
    <p:extLst>
      <p:ext uri="{BB962C8B-B14F-4D97-AF65-F5344CB8AC3E}">
        <p14:creationId xmlns:p14="http://schemas.microsoft.com/office/powerpoint/2010/main" val="257249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Finite Sample Inference of Individual Treatment Effects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Mathis</dc:creator>
  <cp:lastModifiedBy>Chase Mathis</cp:lastModifiedBy>
  <cp:revision>1</cp:revision>
  <dcterms:created xsi:type="dcterms:W3CDTF">2025-11-17T20:40:11Z</dcterms:created>
  <dcterms:modified xsi:type="dcterms:W3CDTF">2025-11-17T20:40:47Z</dcterms:modified>
</cp:coreProperties>
</file>